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{{PAGE_TITLE}}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080760" y="1188720"/>
            <a:ext cx="0" cy="53035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5F8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1188720"/>
            <a:ext cx="5486400" cy="5303520"/>
          </a:xfrm>
          <a:prstGeom prst="rect">
            <a:avLst/>
          </a:prstGeom>
          <a:solidFill>
            <a:srgbClr val="FFF8F0"/>
          </a:solidFill>
          <a:ln w="6350">
            <a:solidFill>
              <a:srgbClr val="E8D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左侧观点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451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右侧观点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3152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{{LEFT_ITEM_1}}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73152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175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{{LEFT_ITEM_2}}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73152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233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{{LEFT_ITEM_3}}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73152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292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{{LEFT_ITEM_4}}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2011680"/>
            <a:ext cx="73152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0116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{{RIGHT_ITEM_1}}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3017520"/>
            <a:ext cx="73152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0175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{{RIGHT_ITEM_2}}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4023360"/>
            <a:ext cx="73152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0233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{{RIGHT_ITEM_3}}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5029200"/>
            <a:ext cx="73152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50292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{{RIGHT_ITEM_4}}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双栏对比模板</dc:title>
  <dc:subject>PptxGenJS Presentation</dc:subject>
  <dc:creator>ResearchBox</dc:creator>
  <cp:lastModifiedBy>ResearchBox</cp:lastModifiedBy>
  <cp:revision>1</cp:revision>
  <dcterms:created xsi:type="dcterms:W3CDTF">2026-07-19T08:55:59Z</dcterms:created>
  <dcterms:modified xsi:type="dcterms:W3CDTF">2026-07-19T08:55:59Z</dcterms:modified>
</cp:coreProperties>
</file>