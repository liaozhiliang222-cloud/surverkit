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{{REPORT_TITLE}}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32918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0" y="4114800"/>
            <a:ext cx="3657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43891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{{REPORT_DATE}}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4846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{{REPORT_AUTHOR}}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D1B3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企业封面模板</dc:title>
  <dc:subject>PptxGenJS Presentation</dc:subject>
  <dc:creator>ResearchBox</dc:creator>
  <cp:lastModifiedBy>ResearchBox</cp:lastModifiedBy>
  <cp:revision>1</cp:revision>
  <dcterms:created xsi:type="dcterms:W3CDTF">2026-07-19T08:55:59Z</dcterms:created>
  <dcterms:modified xsi:type="dcterms:W3CDTF">2026-07-19T08:55:59Z</dcterms:modified>
</cp:coreProperties>
</file>