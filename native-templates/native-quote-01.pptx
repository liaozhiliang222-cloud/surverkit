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9601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{{QUOTE_TEXT}}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5303520"/>
            <a:ext cx="365760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5486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{{QUOTE_SPEAKER}}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{{QUOTE_SOURCE}}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{{PAGE_TITLE}}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专家引用模板</dc:title>
  <dc:subject>PptxGenJS Presentation</dc:subject>
  <dc:creator>ResearchBox</dc:creator>
  <cp:lastModifiedBy>ResearchBox</cp:lastModifiedBy>
  <cp:revision>1</cp:revision>
  <dcterms:created xsi:type="dcterms:W3CDTF">2026-07-19T08:55:59Z</dcterms:created>
  <dcterms:modified xsi:type="dcterms:W3CDTF">2026-07-19T08:55:59Z</dcterms:modified>
</cp:coreProperties>
</file>